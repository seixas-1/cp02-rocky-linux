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SERVICES APPLICATIONS  -  SEGURANÇA CIBERNÉTICA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3317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Rocky Linux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566928" y="3611880"/>
            <a:ext cx="3657600" cy="0"/>
          </a:xfrm>
          <a:prstGeom prst="line">
            <a:avLst/>
          </a:prstGeom>
          <a:noFill/>
          <a:ln w="19050">
            <a:solidFill>
              <a:srgbClr val="18A971"/>
            </a:solidFill>
            <a:prstDash val="solid"/>
          </a:ln>
        </p:spPr>
      </p:sp>
      <p:pic>
        <p:nvPicPr>
          <p:cNvPr id="5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554480"/>
            <a:ext cx="265176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617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Seixas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Benjamin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Iudi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Luana Godoy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Rossi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73736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737360" y="173736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Linux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2920" y="2468880"/>
            <a:ext cx="11155680" cy="0"/>
          </a:xfrm>
          <a:prstGeom prst="line">
            <a:avLst/>
          </a:prstGeom>
          <a:noFill/>
          <a:ln w="12700">
            <a:solidFill>
              <a:srgbClr val="D9E3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578608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57860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Particionamento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3310128"/>
            <a:ext cx="11155680" cy="0"/>
          </a:xfrm>
          <a:prstGeom prst="line">
            <a:avLst/>
          </a:prstGeom>
          <a:noFill/>
          <a:ln w="12700">
            <a:solidFill>
              <a:srgbClr val="D9E3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3419856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341985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4151376"/>
            <a:ext cx="11155680" cy="0"/>
          </a:xfrm>
          <a:prstGeom prst="line">
            <a:avLst/>
          </a:prstGeom>
          <a:noFill/>
          <a:ln w="12700">
            <a:solidFill>
              <a:srgbClr val="D9E3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4261104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426110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SSH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2920" y="4992624"/>
            <a:ext cx="11155680" cy="0"/>
          </a:xfrm>
          <a:prstGeom prst="line">
            <a:avLst/>
          </a:prstGeom>
          <a:noFill/>
          <a:ln w="12700">
            <a:solidFill>
              <a:srgbClr val="D9E3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5102352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510235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em Shell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02920" y="5833872"/>
            <a:ext cx="11155680" cy="0"/>
          </a:xfrm>
          <a:prstGeom prst="line">
            <a:avLst/>
          </a:prstGeom>
          <a:noFill/>
          <a:ln w="12700">
            <a:solidFill>
              <a:srgbClr val="D9E3D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2920" y="480060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4114800" y="2697480"/>
            <a:ext cx="0" cy="1097280"/>
          </a:xfrm>
          <a:prstGeom prst="line">
            <a:avLst/>
          </a:prstGeom>
          <a:noFill/>
          <a:ln w="19050">
            <a:solidFill>
              <a:srgbClr val="18A9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0" y="26974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Rocky Linux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MANTÉM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RESF — Rocky Enterprise Software Foundation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16255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206654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sem fins lucrativos, não uma empresa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432304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 no início de 2021 para hospedar o Rocky Linux sob governança aberta — ninguém é "dono" do projeto.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19272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61588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80160" y="3465576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um terço contra concentração de poder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831336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empresa pode ocupar mais de um terço do conselho. É a resposta direta ao problema que encerrou o CentOS Linux: uma única empresa decidindo o rumo sozinha.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718304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4960620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280160" y="4864608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Guarda-chuva para outros projetos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5230368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RESF hospeda também o Peridot e aceita outros projetos open source — pensada para durar além de um único produto.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fim do CentOS Linux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148840"/>
            <a:ext cx="2697480" cy="35661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Até 2020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CentOS Linux era o downstream do RHEL: recebia os pacotes depois que a Red Hat os publicava — um rebuild gratuito, estável e previsível.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2148840"/>
            <a:ext cx="2697480" cy="3566160"/>
          </a:xfrm>
          <a:prstGeom prst="rect">
            <a:avLst/>
          </a:prstGeom>
          <a:solidFill>
            <a:srgbClr val="0F2E2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1188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C98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Dezembro de 2020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611880" y="320040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Hat migra o CentOS para upstream: o CentOS Stream passa a receber mudanças antes do RHEL, como vitrine de testes, não mais um clone estável.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148840"/>
            <a:ext cx="2697480" cy="35661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Consequência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320040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suporte do CentOS Linux 8 é antecipado de 2029 para dezembro de 2021. Quem usava CentOS em produção perde, da noite para o dia, o rebuild em que confiava.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0" y="2148840"/>
            <a:ext cx="2697480" cy="3566160"/>
          </a:xfrm>
          <a:prstGeom prst="rect">
            <a:avLst/>
          </a:prstGeom>
          <a:solidFill>
            <a:srgbClr val="0F2E2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7260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C98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Resposta: Rocky Linux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320040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Kurtzer funda o Rocky Linux para retomar o papel de downstream: reconstruir o RHEL depois que ele é publicado, como o CentOS fazia.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E ENGENHARIA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515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Bug-for-Bug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783080"/>
            <a:ext cx="11183112" cy="9144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191109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192938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ser idêntico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295144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RHEL tem um bug, o Rocky também deve ter para garantir 100% de paridade de ABI/API.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063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Peridot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02920" y="3794760"/>
            <a:ext cx="11183112" cy="77724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85419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80160" y="394106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desenvolvida pelo Rocky para orquestrar a compilação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306824"/>
            <a:ext cx="100858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709160"/>
            <a:ext cx="11183112" cy="77724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476859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80160" y="485546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pode auditar ou replicar o sistema de compilação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5221224"/>
            <a:ext cx="100858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X RHEL PAGO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Rocky Linux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65960"/>
            <a:ext cx="3538728" cy="19659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22402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anos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26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anos de suporte por versão maior — o mesmo ciclo de vida do RHEL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5112" y="1965960"/>
            <a:ext cx="3538728" cy="19659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99432" y="22402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Sem custo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599432" y="2926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assinatura — laboratório, ensino, cargas que não exigem suporte comercial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47304" y="1965960"/>
            <a:ext cx="3538728" cy="19659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21624" y="22402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Certificações RHEL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421624" y="2926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Certificações RHEL continuam válidas, por ser binariamente compatível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343400"/>
            <a:ext cx="11183112" cy="1508760"/>
          </a:xfrm>
          <a:prstGeom prst="rect">
            <a:avLst/>
          </a:prstGeom>
          <a:solidFill>
            <a:srgbClr val="0F2E2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8680" y="45262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CB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RHEL com subscrição somente quando a organização precisa de suporte comercial direto da Red Hat, patch de kernel sem reinicialização (kpatch/Insights) ou SLA contratual. Fora disso, o Rocky Linux entrega o mesmo binário sem custo de licença.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2920" y="480060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4114800" y="2697480"/>
            <a:ext cx="0" cy="1097280"/>
          </a:xfrm>
          <a:prstGeom prst="line">
            <a:avLst/>
          </a:prstGeom>
          <a:noFill/>
          <a:ln w="19050">
            <a:solidFill>
              <a:srgbClr val="18A9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0" y="26974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Particionamento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85800" y="1280160"/>
            <a:ext cx="10789920" cy="4937760"/>
          </a:xfrm>
          <a:prstGeom prst="rect">
            <a:avLst/>
          </a:prstGeom>
          <a:solidFill>
            <a:srgbClr val="C7CFD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DISCO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que LVM sobre LUKS?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16255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206654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passphrase no boot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432304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sda3 vira um único container LUKS2 e todo o volume group (vg_sistema) mora dentro dele. O sistema pede a senha uma única vez — a partir daí o LVM enxerga o disco normalmente.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19272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61588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80160" y="3465576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automática de criptografia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831336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PV é o mapeamento /dev/mapper/cryptlvm, qualquer volume lógico criado depois — inclusive o do segundo disco — já nasce criptografado, sem configuração extra.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718304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4960620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280160" y="4864608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descartada: LUKS por partição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5230368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Criptografar cada LV separadamente exigiria uma passphrase por volume (ou keyfiles à parte) — mais pontos de falha para o mesmo nível de proteção.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RISCO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515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/boot fora da criptografia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051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Espaço livre no VG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349240" cy="37947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286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residual do /boot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GRUB precisa ler o kernel e o initramfs antes de qualquer chave existir — não há como desbloquear o LUKS antes do bootloader carregar.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/boot (xfs, sda2) fica fora do container.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376672" cy="3794760"/>
          </a:xfrm>
          <a:prstGeom prst="rect">
            <a:avLst/>
          </a:prstGeom>
          <a:solidFill>
            <a:srgbClr val="0F2E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livre é requisito, não desperdício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8803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B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esquema reserva ~9 GB não alocados no VG. Sem espaço livre não há como criar um snapshot, e não há como socorrer um volume lógico que encheu.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a 100% de uso não é otimização — é um incidente esperando para acontecer.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 DISCO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Cada opção de montagem bloqueia um ataque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58795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7F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7F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7F8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impede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/tmp e /var/tmp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nodev, nosuid, noexec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Executar payload gravado em diretório mundialmente gravável — o vetor mais clássico de escalonamento de privilégio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nodev, nosuid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 comum criar um binário SUID dentro do próprio diretório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/var/log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nodev, nosuid, noexec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dos logs; impede que a área de log vire ponto de staging de ataque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/boot e /var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nodev (+ nosuid no /boot)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 o crescimento de dados de serviço e protege a área de boot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2920" y="480060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4114800" y="2697480"/>
            <a:ext cx="0" cy="1097280"/>
          </a:xfrm>
          <a:prstGeom prst="line">
            <a:avLst/>
          </a:prstGeom>
          <a:noFill/>
          <a:ln w="19050">
            <a:solidFill>
              <a:srgbClr val="18A9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0" y="26974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Instalação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11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B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502920" y="1554480"/>
            <a:ext cx="5486400" cy="19659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810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 Firmware UEFI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423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UEFI na criação da VM — nunca BIOS legado. Sem isso o /boot/efi não existe.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99632" y="1554480"/>
            <a:ext cx="5486400" cy="19659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73952" y="1810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 Particionamento manual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2423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o automático. É no manual que se controla exatamente o que vai para dentro e fora do LUKS.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3794760"/>
            <a:ext cx="5486400" cy="19659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4050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 Marcar "Encrypt"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6634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criar o sda3, marcar a opção de criptografia do instalador — é isso que gera o container LUKS2 antes de criar o VG dentro dele.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99632" y="3794760"/>
            <a:ext cx="5486400" cy="196596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73952" y="4050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A97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 Não alocar 100% do VG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73952" y="46634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os ~9 GB de espaço livre de propósito. Alocar tudo agora significa não ter como criar snapshot depois.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DO LVM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Crescer sem downtime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16255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206654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disco entra a quente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432304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disco de 20 GB vira PV com pvcreate, é adicionado ao vg_sistema com vgextend e já nasce criptografado, herdando o LUKS do container.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19272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61588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80160" y="3465576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o volume online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831336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lvextend -r aumenta o volume lógico e o filesystem XFS de uma só vez, com o sistema no ar, sem desmontar nada.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718304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4960620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280160" y="4864608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antes de mudança de risco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5230368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~9 GB livres reservados no VG permitem criar snapshot para rollback. O XFS só cresce, nunca encolhe — por isso se dimensiona com folga.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2920" y="480060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4114800" y="2697480"/>
            <a:ext cx="0" cy="1097280"/>
          </a:xfrm>
          <a:prstGeom prst="line">
            <a:avLst/>
          </a:prstGeom>
          <a:noFill/>
          <a:ln w="19050">
            <a:solidFill>
              <a:srgbClr val="18A9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0" y="26974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Serviço SSH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Endurecimento em camadas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16255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206654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root, sem senha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432304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 no e PasswordAuthentication no: acesso apenas por chave ed25519 e restrito aos membros do grupo dedicado (AllowGroups).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19272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61588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80160" y="3465576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e SELinux alinhados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831336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padrão alterada, com o rótulo SELinux da nova porta (semanage port) e a liberação correspondente no firewalld.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718304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4960620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280160" y="4864608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 forte e validação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5230368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criptográfica moderna e banner de aviso. O sshd -t valida a configuração antes do reload, evitando travar o próprio acesso.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Tentativa sem credencial é recusada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725016" y="1801368"/>
            <a:ext cx="8741664" cy="2738212"/>
          </a:xfrm>
          <a:prstGeom prst="rect">
            <a:avLst/>
          </a:prstGeom>
          <a:solidFill>
            <a:srgbClr val="0F2E24"/>
          </a:solidFill>
          <a:ln/>
        </p:spPr>
      </p:sp>
      <p:pic>
        <p:nvPicPr>
          <p:cNvPr id="6" name="Image 1" descr="s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8" y="1965960"/>
            <a:ext cx="8412480" cy="24090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487790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de conexão sem a chave privada correta — acesso recusado (publickey), mesmo com usuário e host válidos.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2920" y="480060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4114800" y="2697480"/>
            <a:ext cx="0" cy="1097280"/>
          </a:xfrm>
          <a:prstGeom prst="line">
            <a:avLst/>
          </a:prstGeom>
          <a:noFill/>
          <a:ln w="19050">
            <a:solidFill>
              <a:srgbClr val="18A9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0" y="26974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8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 em Shell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SCRIPT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Modular e à prova de erro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16255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206654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independentes de checagem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432304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0 duplicado, senha vazia, conta de sistema com shell, envelhecimento de senha, contas inativas, NOPASSWD no sudoers e pwquality.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19272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61588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80160" y="3465576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padronizada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831336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ok / alerta / falha com cores e níveis. O relatório reúne cabeçalho, resumo e log, publicado em arquivo.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718304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4960620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280160" y="4864608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por padrão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5230368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privilégio e dependências antes de rodar e é somente leitura: audita e relata, nunca altera contas.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SCRIPT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502920" y="1554480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1796796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80160" y="1700784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privilégios de risco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066544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0 duplicado, senha vazia, conta de sistema com shell interativo, NOPASSWD no sudoers.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953512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195828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80160" y="3099816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senha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465576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Envelhecimento de senha via chage, regras de pwquality, contas paradas há 90 dias sem uso.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4352544"/>
            <a:ext cx="11183112" cy="114300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4594860"/>
            <a:ext cx="219456" cy="201168"/>
          </a:xfrm>
          <a:prstGeom prst="triangle">
            <a:avLst/>
          </a:prstGeom>
          <a:solidFill>
            <a:srgbClr val="18A97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80160" y="4498848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leitura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864608"/>
            <a:ext cx="10085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script audita e relata; não corrige nada sozinho. Alterar conta de usuário automaticamente é um risco que o grupo optou por não assumir — a correção fica com o administrador.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11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B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DO SCRIPT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06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RESF adota a regra de que nenhuma empresa pode ocupar mais de um terço do conselho. Que problema concreto essa regra busca evitar?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02920" y="2606040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2825496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606040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projeto perca a compatibilidade binária com o RHEL.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575304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758952" y="3794760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58952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575304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uma única empresa decida sozinha o rumo do projeto — foi o que encerrou o CentOS Linux.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4544568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Shape 11"/>
          <p:cNvSpPr/>
          <p:nvPr/>
        </p:nvSpPr>
        <p:spPr>
          <a:xfrm>
            <a:off x="758952" y="4764024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8952" y="4764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544568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faltem recursos financeiros para manter o suporte de 10 anos.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5513832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5733288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8952" y="5733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513832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Peridot deixe de ser um build system auditável.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06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CORRETA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1481328"/>
            <a:ext cx="11183112" cy="1051560"/>
          </a:xfrm>
          <a:prstGeom prst="rect">
            <a:avLst/>
          </a:prstGeom>
          <a:solidFill>
            <a:srgbClr val="DCEFE6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1833372"/>
            <a:ext cx="347472" cy="347472"/>
          </a:xfrm>
          <a:prstGeom prst="ellips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18333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481328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uma única empresa decida sozinha o rumo do projeto — foi o que encerrou o CentOS Linux.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37560"/>
            <a:ext cx="11155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governança de fundação é a resposta direta ao caso CentOS, em que uma empresa inverteu o modelo sozinha. As outras confundem governança com compatibilidade (a), custo (c) e ferramenta de build (d).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07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Rocky busca bug-for-bug compatibility com o RHEL. O que isso significa na prática?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02920" y="2606040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2825496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606040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Rocky corrige, antes do RHEL, os bugs que encontra.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575304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758952" y="3794760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58952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575304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Rocky é apenas parecido com o RHEL, com pacotes equivalentes.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4544568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Shape 11"/>
          <p:cNvSpPr/>
          <p:nvPr/>
        </p:nvSpPr>
        <p:spPr>
          <a:xfrm>
            <a:off x="758952" y="4764024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8952" y="4764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544568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RHEL tem um bug, o Rocky reproduz o mesmo comportamento — para garantir 100% de paridade de ABI/API.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5513832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5733288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8952" y="5733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513832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Rocky recebe as mudanças antes do RHEL, como vitrine de testes.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07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CORRETA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1481328"/>
            <a:ext cx="11183112" cy="1051560"/>
          </a:xfrm>
          <a:prstGeom prst="rect">
            <a:avLst/>
          </a:prstGeom>
          <a:solidFill>
            <a:srgbClr val="DCEFE6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1833372"/>
            <a:ext cx="347472" cy="347472"/>
          </a:xfrm>
          <a:prstGeom prst="ellips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18333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481328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RHEL tem um bug, o Rocky reproduz o mesmo comportamento — para garantir 100% de paridade de ABI/API.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37560"/>
            <a:ext cx="11155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é ser idêntico, não melhor nem parecido — assim software certificado para RHEL roda igual. A alternativa (d) descreve o CentOS Stream (upstream), o oposto do papel do Rocky.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08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Ao trocar a porta padrão do SSH, por que só liberar a nova porta no firewalld não basta no Rocky?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02920" y="2606040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2825496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606040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SELinux, em enforcing, bloqueia o sshd de escutar numa porta sem o rótulo correto — é preciso registrá-la com semanage port.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575304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758952" y="3794760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58952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575304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firewalld só aceita portas registradas no /etc/services.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4544568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4" name="Shape 11"/>
          <p:cNvSpPr/>
          <p:nvPr/>
        </p:nvSpPr>
        <p:spPr>
          <a:xfrm>
            <a:off x="758952" y="4764024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8952" y="4764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544568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nova porta precisa também ser adicionada ao grupo AllowGroups.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5513832"/>
            <a:ext cx="11183112" cy="786384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18" name="Shape 15"/>
          <p:cNvSpPr/>
          <p:nvPr/>
        </p:nvSpPr>
        <p:spPr>
          <a:xfrm>
            <a:off x="758952" y="5733288"/>
            <a:ext cx="347472" cy="347472"/>
          </a:xfrm>
          <a:prstGeom prst="ellipse">
            <a:avLst/>
          </a:prstGeom>
          <a:solidFill>
            <a:srgbClr val="A7B8B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8952" y="5733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513832"/>
            <a:ext cx="10177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sshd exige reinicialização completa da VM para trocar de porta.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08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CORRETA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1481328"/>
            <a:ext cx="11183112" cy="1051560"/>
          </a:xfrm>
          <a:prstGeom prst="rect">
            <a:avLst/>
          </a:prstGeom>
          <a:solidFill>
            <a:srgbClr val="DCEFE6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1833372"/>
            <a:ext cx="347472" cy="347472"/>
          </a:xfrm>
          <a:prstGeom prst="ellipse">
            <a:avLst/>
          </a:prstGeom>
          <a:solidFill>
            <a:srgbClr val="18A97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18333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481328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SELinux, em enforcing, bloqueia o sshd de escutar numa porta sem o rótulo correto — é preciso registrá-la com semanage port.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37560"/>
            <a:ext cx="11155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Rocky o SELinux vem em enforcing; sem o rótulo da porta o serviço não sobe nela. (c) mistura porta com controle de usuários; (b) e (d) são plausíveis, mas falsas.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09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737360"/>
            <a:ext cx="11155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que a regra de sempre rodar sshd -t (e testar numa sessão paralela) antes de recarregar a configuração do SSH é especialmente importante num servidor remoto?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754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Dissertativa — responder em até 3 linhas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09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502920" y="1280160"/>
            <a:ext cx="11183112" cy="283464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esperada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um erro de sintaxe ou uma regra restritiva demais só se manifesta ao recarregar, e num servidor remoto o próprio administrador pode ser barrado — perdendo o único caminho de acesso para desfazer. Validar antes e manter uma sessão aberta em paralelo garante uma rota de volta.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4343400"/>
            <a:ext cx="11183112" cy="1600200"/>
          </a:xfrm>
          <a:prstGeom prst="rect">
            <a:avLst/>
          </a:prstGeom>
          <a:solidFill>
            <a:srgbClr val="0F2E2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valorizar na correção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983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risco de se trancar para fora. Resposta genérica ("é mais seguro") não pontua.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10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737360"/>
            <a:ext cx="11155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 administrador com carga sem SLA contratual pergunta se deve pagar a subscrição do RHEL ou usar o Rocky. Com base no que foi apresentado, justifique a recomendação em até três linhas.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754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Dissertativa — responder em até 3 linhas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402336" cy="402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4128" y="4114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8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10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502920" y="1280160"/>
            <a:ext cx="11183112" cy="2834640"/>
          </a:xfrm>
          <a:prstGeom prst="rect">
            <a:avLst/>
          </a:prstGeom>
          <a:solidFill>
            <a:srgbClr val="ECF3E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esperada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essa carga o Rocky entrega o mesmo binário, com 10 anos de suporte e certificações RHEL válidas, sem custo de licença; o RHEL pago só se justifica quando há necessidade de suporte comercial direto, patch de kernel sem reboot (kpatch) ou SLA. Logo, recomenda-se Rocky.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4343400"/>
            <a:ext cx="11183112" cy="1600200"/>
          </a:xfrm>
          <a:prstGeom prst="rect">
            <a:avLst/>
          </a:prstGeom>
          <a:solidFill>
            <a:srgbClr val="0F2E2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valorizar na correção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983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Condicionar a escolha ao critério de suporte/SLA, não a "ser de graça".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42316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24231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Linux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2026-09-17T18:04:30Z</dcterms:created>
  <dcterms:modified xsi:type="dcterms:W3CDTF">2026-09-17T18:04:30Z</dcterms:modified>
</cp:coreProperties>
</file>